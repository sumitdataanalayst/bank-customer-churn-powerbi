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Count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369A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1139</c:v>
                </c:pt>
                <c:pt idx="1">
                  <c:v>898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Count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213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&lt; 25 yrs</c:v>
                  </c:pt>
                  <c:pt idx="1">
                    <c:v>25–50 yrs</c:v>
                  </c:pt>
                  <c:pt idx="2">
                    <c:v>50+ yrs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152</c:v>
                </c:pt>
                <c:pt idx="1">
                  <c:v>1040</c:v>
                </c:pt>
                <c:pt idx="2">
                  <c:v>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Products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Churned</c:v>
                  </c:pt>
                  <c:pt idx="1">
                    <c:v>Retained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1.47</c:v>
                </c:pt>
                <c:pt idx="1">
                  <c:v>1.58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Retained (79.6%)</c:v>
                </c:pt>
                <c:pt idx="1">
                  <c:v>Churned (20.4%)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7962</c:v>
                </c:pt>
                <c:pt idx="1">
                  <c:v>2038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Germany</c:v>
                  </c:pt>
                  <c:pt idx="1">
                    <c:v>France</c:v>
                  </c:pt>
                  <c:pt idx="2">
                    <c:v>Spain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814</c:v>
                </c:pt>
                <c:pt idx="1">
                  <c:v>810</c:v>
                </c:pt>
                <c:pt idx="2">
                  <c:v>414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457200" cy="4997196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 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Product Usage &amp; Subscription Analytics Dashboard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0" y="3429000"/>
            <a:ext cx="3657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Data Analytics Team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393192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churn behavior of 10,000 bank customers across France, Germany &amp; Spain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Power BI dashboard with real subscription and usage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WHY customers leave and who is most at risk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demographics, account activity, product usage &amp; financial patterns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interactive dashboard with slicers for gender, country &amp; age range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92040" y="9601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960120"/>
            <a:ext cx="3931920" cy="411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960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OF ANALYSIS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drivers of customer churn in a banking context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high-risk customer segments by age, country &amp; tenure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churn rate and benchmark active vs inactive members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data-backed recommendations to reduce churn by 15–20%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business teams to take proactive retention actions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Power BI (.pbix) file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Bank Customer Churn Prediction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customer records total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across 3 European countries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using Power BI Cloud (2026)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74320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960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/ COLUMNS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50876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ID, Country, Gender, Age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(years with bank), Balance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Number (1–4 products held)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 flag (0 or 1)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flag (0 = stayed, 1 = churned)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60120"/>
            <a:ext cx="2743200" cy="4572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960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SCOPE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50876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dataset (non-time-series)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groups: &lt;25, 25-50, 50+ years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range: $0 to $250K+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range: 0 to 10 years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Geography: France, Germany, Spain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(KPIs)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2103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468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 size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005840"/>
            <a:ext cx="1920240" cy="2103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188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2316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23160" y="2468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left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1920240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188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20.38%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468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5 customers churned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1005840"/>
            <a:ext cx="1920240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188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5,151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72084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20840" y="2468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51.5% engagement 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291840"/>
            <a:ext cx="8595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Context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tenure across all customers is approximately 5 years — mid-cycle risk zone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shows notably higher churn than France and Spain — geographic risk factor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holding 3–4 products have disproportionately high churn — counter-intuitive finding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members churn at nearly 2× the rate of active members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Behavior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Gender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325880"/>
          <a:ext cx="39319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89204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Age Group</a:t>
            </a:r>
            <a:endParaRPr lang="en-US" sz="15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892040" y="1325880"/>
          <a:ext cx="39319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3931920"/>
            <a:ext cx="850392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02920" y="3977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churn more (1,139 vs 898) — targeted retention for women needed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25–50 age band drives the highest churn volume — your core earning segment is at risk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aged 50+ churn at a very high RATE relative to their population — seniors need special attention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Usage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Products Held vs. Churn Behaviour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280160"/>
          <a:ext cx="51206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960120"/>
            <a:ext cx="3154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960120"/>
            <a:ext cx="31546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96012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Engaged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0" y="141732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1–2 products are the most stable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Members show 2× better retention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France show highest product engagement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0" y="2880360"/>
            <a:ext cx="3154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2880360"/>
            <a:ext cx="315468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288036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Signals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760720" y="333756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product holders show surprise churn spike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members are disengaged and at high risk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Germany-based customers use fewer features on avg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20040" y="4023360"/>
            <a:ext cx="8503920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4069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Customers with 3–4 products show unusually high churn — this suggests product overload or poor cross-sell fit. Quality of product match matters more than quantity.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Balance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Distribution: Churned vs Retained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23444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800600" y="10058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800600" y="1005840"/>
            <a:ext cx="109728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~$91,108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02920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Balance — Churned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0" y="17922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balance customers are leaving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00600" y="23317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2331720"/>
            <a:ext cx="10972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~$72,745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029200" y="2862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Balance — Retained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0" y="3118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customers hold less on avg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00600" y="365760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3657600"/>
            <a:ext cx="10972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$185M+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029200" y="4187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0" y="44439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based on churned balances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" y="4160520"/>
            <a:ext cx="850392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18795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Finding: Churned customers hold HIGHER average balances than retained ones. This means the bank is losing its highest-value clients — a significant revenue risk.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&amp; Conversion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   10,000  (100%)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1664208"/>
            <a:ext cx="6583680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664208"/>
            <a:ext cx="6309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Members   5,151  (51.5%)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03120" y="2414016"/>
            <a:ext cx="4937760" cy="5669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2414016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Multi-Product Holders   ~4,600  (46%)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3163824"/>
            <a:ext cx="329184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316382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Long-Tenure (5+ yrs)   ~4,900  (49%)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3913632"/>
            <a:ext cx="182880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391363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Retained   7,962  (79.6%)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63600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Alert: ~48.5% of customers are INACTIVE — the largest single drop-off point in the customer lifecycle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Churn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Country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234440"/>
          <a:ext cx="41148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9144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vs Churn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754880" y="1280160"/>
            <a:ext cx="4069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54880" y="1280160"/>
            <a:ext cx="9144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325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Tenure — Churned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06640" y="13258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4.93 yrs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1792224"/>
            <a:ext cx="4069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792224"/>
            <a:ext cx="9144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18379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Tenure — Retained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06640" y="183794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 yrs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754880" y="2304288"/>
            <a:ext cx="4069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2304288"/>
            <a:ext cx="9144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0" y="23500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Churn Rate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406640" y="23500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~32%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754880" y="2816352"/>
            <a:ext cx="4069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2816352"/>
            <a:ext cx="9144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37760" y="28620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Churn Rate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406640" y="286207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~16%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754880" y="3328416"/>
            <a:ext cx="4069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3328416"/>
            <a:ext cx="9144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37760" y="33741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Churn Rate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406640" y="33741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~17%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20040" y="4114800"/>
            <a:ext cx="850392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4142232"/>
            <a:ext cx="8229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has a churn rate nearly DOUBLE that of France and Spain. Tenure alone does not predict loyalty — country-level factors like competition, service quality, or pricing may be driving this disparity.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207008"/>
          </a:xfrm>
          <a:prstGeom prst="rect">
            <a:avLst/>
          </a:prstGeom>
          <a:solidFill>
            <a:srgbClr val="0A1A2E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" cy="1207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9875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Customers Are Leaving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335024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hold higher average balances (~$91K) than retained ones (~$73K). The bank is losing its most profitable segment, not just casual users.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206240" cy="1207008"/>
          </a:xfrm>
          <a:prstGeom prst="rect">
            <a:avLst/>
          </a:prstGeom>
          <a:solidFill>
            <a:srgbClr val="0A1A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502920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2344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9875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Is a Critical Hotspot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335024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~32% churn rate vs ~16% in France/Spain, Germany requires an urgent, market-specific intervention strategy.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206240" cy="1207008"/>
          </a:xfrm>
          <a:prstGeom prst="rect">
            <a:avLst/>
          </a:prstGeom>
          <a:solidFill>
            <a:srgbClr val="0A1A2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502920" cy="1207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060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3591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Inactivity Is the Biggest Warning 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706624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all customers are inactive. Inactive members churn at almost 2× the rate — re-engagement campaigns could save thousands of accounts.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206240" cy="1207008"/>
          </a:xfrm>
          <a:prstGeom prst="rect">
            <a:avLst/>
          </a:prstGeom>
          <a:solidFill>
            <a:srgbClr val="0A1A2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86000"/>
            <a:ext cx="502920" cy="1207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6060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23591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Middle-Age Segment Needs Attention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2706624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25–50 year cohort accounts for the majority of churn by volume. This is the most valuable demographic and needs dedicated retention programs.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206240" cy="1207008"/>
          </a:xfrm>
          <a:prstGeom prst="rect">
            <a:avLst/>
          </a:prstGeom>
          <a:solidFill>
            <a:srgbClr val="0A1A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57600"/>
            <a:ext cx="502920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776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37307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Overload Backfires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078224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3–4 products churn more, not less. Cross-selling without customer-fit assessment leads to dissatisfaction and departure.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3657600"/>
            <a:ext cx="4206240" cy="1207008"/>
          </a:xfrm>
          <a:prstGeom prst="rect">
            <a:avLst/>
          </a:prstGeom>
          <a:solidFill>
            <a:srgbClr val="0A1A2E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57600"/>
            <a:ext cx="502920" cy="1207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9776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7307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Gap in Churn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4078224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churn at a higher rate than male. Investigating service experience, product offerings, or communication style may reveal correctable gaps.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57200" cy="1207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9875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Germany Retention Program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1335024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targeted campaigns in Germany with localized offers, competitive rate matching, and dedicated relationship managers for at-risk accounts.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457200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234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57800" y="9875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Inactive Members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57800" y="1335024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structured 90-day re-activation journey using email, in-app nudges, and personalized incentives for the 48.5% inactive customer base.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457200" cy="1207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06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23591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Retention for High-Balance Customers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2706624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premium service tiers for customers with balances above $80K — proactive outreach, dedicated advisors, and exclusive products.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86000"/>
            <a:ext cx="457200" cy="1207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606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57800" y="23591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Cross-Sell Strategy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57800" y="2706624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pushing 3–4 products to all customers. Use propensity models to identify genuine upsell opportunities and avoid product overload.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57600"/>
            <a:ext cx="457200" cy="1207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77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2960" y="37307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Female-Focused Engagement Campaign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" y="4078224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root causes of higher female churn — conduct surveys, review UX, and tailor communication tone and product recommendations.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65760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57600"/>
            <a:ext cx="457200" cy="1207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977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57800" y="37307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Churn Prediction Model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257800" y="4078224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age, inactivity, country, balance, and products as inputs to an ML model that flags high-risk customers 60 days before likely churn.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0A1A2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reveals that 1 in 5 bank customers churn — with Germany, inactive members, high-balance holders, and the 50+ age group being the most critical risk segments. The data tells a clear story: customers who should be the most valuable are leaving at the highest rates.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920240" cy="132588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$185M+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2331720"/>
            <a:ext cx="1920240" cy="132588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423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20.38%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2971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331720"/>
            <a:ext cx="1920240" cy="1325880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423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2971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Gap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2331720"/>
            <a:ext cx="1920240" cy="132588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423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66560" y="2971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After Action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 on Germany, inactivity &amp; high-value customers can cut churn by up to 40%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retention is estimated to recover $50–75M in retained balances annually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Deploy a real-time churn prediction model integrated with CRM workflows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Customer Churn Analysis</dc:title>
  <dc:subject>PptxGenJS Presentation</dc:subject>
  <dc:creator>PptxGenJS</dc:creator>
  <cp:lastModifiedBy>PptxGenJS</cp:lastModifiedBy>
  <cp:revision>1</cp:revision>
  <dcterms:created xsi:type="dcterms:W3CDTF">2026-04-28T05:39:32Z</dcterms:created>
  <dcterms:modified xsi:type="dcterms:W3CDTF">2026-04-28T05:39:32Z</dcterms:modified>
</cp:coreProperties>
</file>